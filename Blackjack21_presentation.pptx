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Blackjack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Kāršu spēle</a:t>
            </a:r>
          </a:p>
          <a:p>
            <a:r>
              <a:t>Izstrādāta Python valodā</a:t>
            </a:r>
          </a:p>
          <a:p>
            <a:r>
              <a:t>Projekts izveidots 1 stundas laikā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Problēma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 vienkāršas Blackjack spēles bez interneta</a:t>
            </a:r>
          </a:p>
          <a:p>
            <a:r>
              <a:t>Risinājums – konsoles spēle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Izpēte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Blackjack pamatnoteikumi</a:t>
            </a:r>
          </a:p>
          <a:p>
            <a:r>
              <a:t>Python OOP zināšanas</a:t>
            </a:r>
          </a:p>
          <a:p>
            <a:r>
              <a:t>Ātra piemēru analīze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Izstrādes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Visa izstrāde veikta 1 stundas laikā</a:t>
            </a:r>
          </a:p>
          <a:p>
            <a:r>
              <a:t>Kods + testēšana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Mērķauditorija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Spēļu interesenti 18+</a:t>
            </a:r>
          </a:p>
          <a:p>
            <a:r>
              <a:t>Programmēšanas studenti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Programmas iespējas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52 kāršu kava</a:t>
            </a:r>
          </a:p>
          <a:p>
            <a:r>
              <a:t>Hit / Stand</a:t>
            </a:r>
          </a:p>
          <a:p>
            <a:r>
              <a:t>Dīlera loģika</a:t>
            </a:r>
          </a:p>
          <a:p>
            <a:r>
              <a:t>Likmes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Tehnoloģijas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</a:t>
            </a:r>
          </a:p>
          <a:p>
            <a:r>
              <a:t>random, time</a:t>
            </a:r>
          </a:p>
          <a:p>
            <a:r>
              <a:t>Konsoles saskarne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Testēšana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Manuāla testēšana</a:t>
            </a:r>
          </a:p>
          <a:p>
            <a:r>
              <a:t>Ievades kļūdu apstrāde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Rezultāts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Darbojoša Blackjack spēle</a:t>
            </a:r>
          </a:p>
          <a:p>
            <a:r>
              <a:t>Vienkārša un saprotama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Noslēgums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Projekts mācību nolūkiem</a:t>
            </a:r>
          </a:p>
          <a:p>
            <a:r>
              <a:t>Paldies par uzmanību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Blackjack 21</vt:lpstr>
      <vt:lpstr>Problēma</vt:lpstr>
      <vt:lpstr>Izpēte</vt:lpstr>
      <vt:lpstr>Izstrādes process</vt:lpstr>
      <vt:lpstr>Mērķauditorija</vt:lpstr>
      <vt:lpstr>Programmas iespējas</vt:lpstr>
      <vt:lpstr>Tehnoloģijas</vt:lpstr>
      <vt:lpstr>Testēšana</vt:lpstr>
      <vt:lpstr>Rezultāts</vt:lpstr>
      <vt:lpstr>Noslēgums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Lietotajs</dc:creator>
  <cp:keywords/>
  <dc:description>generated using python-pptx</dc:description>
  <cp:lastModifiedBy>Adrian Adrian</cp:lastModifiedBy>
  <cp:revision>1</cp:revision>
  <dcterms:created xsi:type="dcterms:W3CDTF">2013-01-27T09:14:16Z</dcterms:created>
  <dcterms:modified xsi:type="dcterms:W3CDTF">2026-01-20T15:13:02Z</dcterms:modified>
  <cp:category/>
</cp:coreProperties>
</file>